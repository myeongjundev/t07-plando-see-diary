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2657fc580d74098" Type="http://schemas.openxmlformats.org/package/2006/relationships/metadata/core-properties" Target="docProps/core.xml"/><Relationship Id="R36483aa4bcae4ebd" Type="http://schemas.openxmlformats.org/officeDocument/2006/relationships/extended-properties" Target="docProps/app.xml"/><Relationship Id="Rb7e3ef6784714c19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ed3974fc4c4cf2"/>
  </p:sldMasterIdLst>
  <p:notesMasterIdLst>
    <p:notesMasterId xmlns:r="http://schemas.openxmlformats.org/officeDocument/2006/relationships" r:id="Rc3771bb7c2b34794"/>
  </p:notesMasterIdLst>
  <p:sldIdLst>
    <p:sldId xmlns:r="http://schemas.openxmlformats.org/officeDocument/2006/relationships" id="256" r:id="Rd7ab2ecd10534252"/>
    <p:sldId xmlns:r="http://schemas.openxmlformats.org/officeDocument/2006/relationships" id="257" r:id="R9592563ebe734681"/>
    <p:sldId xmlns:r="http://schemas.openxmlformats.org/officeDocument/2006/relationships" id="266" r:id="rId1"/>
    <p:sldId xmlns:r="http://schemas.openxmlformats.org/officeDocument/2006/relationships" id="258" r:id="R066c44b9418c4508"/>
    <p:sldId xmlns:r="http://schemas.openxmlformats.org/officeDocument/2006/relationships" id="259" r:id="R0bed389bcf47466e"/>
    <p:sldId xmlns:r="http://schemas.openxmlformats.org/officeDocument/2006/relationships" id="260" r:id="R7597f7f7c9a044e8"/>
    <p:sldId xmlns:r="http://schemas.openxmlformats.org/officeDocument/2006/relationships" id="261" r:id="Rffa558484f304063"/>
    <p:sldId xmlns:r="http://schemas.openxmlformats.org/officeDocument/2006/relationships" id="262" r:id="Re0add7ae21ab44de"/>
    <p:sldId xmlns:r="http://schemas.openxmlformats.org/officeDocument/2006/relationships" id="263" r:id="Ra06e7edaf0634b62"/>
    <p:sldId xmlns:r="http://schemas.openxmlformats.org/officeDocument/2006/relationships" id="267" r:id="rId2"/>
    <p:sldId xmlns:r="http://schemas.openxmlformats.org/officeDocument/2006/relationships" id="264" r:id="R30bc046fee6d46b6"/>
    <p:sldId xmlns:r="http://schemas.openxmlformats.org/officeDocument/2006/relationships" id="268" r:id="rId3"/>
    <p:sldId xmlns:r="http://schemas.openxmlformats.org/officeDocument/2006/relationships" id="265" r:id="R7f365e12cb5c40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66c44b9418c4508" Type="http://schemas.openxmlformats.org/officeDocument/2006/relationships/slide" Target="slides/slide4.xml"/><Relationship Id="R0bed389bcf47466e" Type="http://schemas.openxmlformats.org/officeDocument/2006/relationships/slide" Target="slides/slide5.xml"/><Relationship Id="R1bed3974fc4c4cf2" Type="http://schemas.openxmlformats.org/officeDocument/2006/relationships/slideMaster" Target="slideMasters/slideMaster1.xml"/><Relationship Id="R30bc046fee6d46b6" Type="http://schemas.openxmlformats.org/officeDocument/2006/relationships/slide" Target="slides/slide11.xml"/><Relationship Id="R371c8e45613141bc" Type="http://schemas.openxmlformats.org/officeDocument/2006/relationships/presProps" Target="presProps.xml"/><Relationship Id="R7597f7f7c9a044e8" Type="http://schemas.openxmlformats.org/officeDocument/2006/relationships/slide" Target="slides/slide6.xml"/><Relationship Id="R7f365e12cb5c40e0" Type="http://schemas.openxmlformats.org/officeDocument/2006/relationships/slide" Target="slides/slide13.xml"/><Relationship Id="R9592563ebe734681" Type="http://schemas.openxmlformats.org/officeDocument/2006/relationships/slide" Target="slides/slide2.xml"/><Relationship Id="Ra06e7edaf0634b62" Type="http://schemas.openxmlformats.org/officeDocument/2006/relationships/slide" Target="slides/slide9.xml"/><Relationship Id="Rc3771bb7c2b34794" Type="http://schemas.openxmlformats.org/officeDocument/2006/relationships/notesMaster" Target="notesMasters/notesMaster1.xml"/><Relationship Id="Rd7ab2ecd10534252" Type="http://schemas.openxmlformats.org/officeDocument/2006/relationships/slide" Target="slides/slide1.xml"/><Relationship Id="Re0975a32666642d7" Type="http://schemas.openxmlformats.org/officeDocument/2006/relationships/theme" Target="theme/theme1.xml"/><Relationship Id="Re0add7ae21ab44de" Type="http://schemas.openxmlformats.org/officeDocument/2006/relationships/slide" Target="slides/slide8.xml"/><Relationship Id="Red9aa1aaf6c44c68" Type="http://schemas.openxmlformats.org/officeDocument/2006/relationships/tableStyles" Target="tableStyles.xml"/><Relationship Id="Rffa558484f304063" Type="http://schemas.openxmlformats.org/officeDocument/2006/relationships/slide" Target="slides/slide7.xml"/><Relationship Id="rId1" Type="http://schemas.openxmlformats.org/officeDocument/2006/relationships/slide" Target="slides/slide3.xml"/><Relationship Id="rId2" Type="http://schemas.openxmlformats.org/officeDocument/2006/relationships/slide" Target="slides/slide10.xml"/><Relationship Id="rId3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a92915a62d844b0c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4a6a1e6de4b04303" Type="http://schemas.openxmlformats.org/officeDocument/2006/relationships/notesMaster" Target="../notesMasters/notesMaster1.xml"/><Relationship Id="Rba34c63bc0004be8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64753aa906d949ed" Type="http://schemas.openxmlformats.org/officeDocument/2006/relationships/slide" Target="../slides/slide2.xml"/><Relationship Id="Rdfd573c81c7a4e70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ce1a1bbfd8334568" Type="http://schemas.openxmlformats.org/officeDocument/2006/relationships/slide" Target="../slides/slide4.xml"/><Relationship Id="Rf8bbfc129f344027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20856d21600244b1" Type="http://schemas.openxmlformats.org/officeDocument/2006/relationships/slide" Target="../slides/slide5.xml"/><Relationship Id="R9fdff934c91d44a9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8c16e9b774204585" Type="http://schemas.openxmlformats.org/officeDocument/2006/relationships/notesMaster" Target="../notesMasters/notesMaster1.xml"/><Relationship Id="Rf3f926727eb44eac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a397c94435db4166" Type="http://schemas.openxmlformats.org/officeDocument/2006/relationships/slide" Target="../slides/slide7.xml"/><Relationship Id="Rb8af5176d6164844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546f60aa1a4245e1" Type="http://schemas.openxmlformats.org/officeDocument/2006/relationships/notesMaster" Target="../notesMasters/notesMaster1.xml"/><Relationship Id="Ra1a3105342f5494a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0b2bcb4e7a4e486c" Type="http://schemas.openxmlformats.org/officeDocument/2006/relationships/slide" Target="../slides/slide9.xml"/><Relationship Id="R5d4738a9e6ae437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40e0cd82c7264953" Type="http://schemas.openxmlformats.org/officeDocument/2006/relationships/notesMaster" Target="../notesMasters/notesMaster1.xml"/><Relationship Id="Re4a97ebc8a0b42be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aa6e8a877e8d47e2" Type="http://schemas.openxmlformats.org/officeDocument/2006/relationships/slide" Target="../slides/slide13.xml"/><Relationship Id="Rfa241a4b089c4631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repository final documentation and 2026-09-11 observation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 Plan–Do–See flow and reflections service design.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docs/T07-AUTH-GUIDE.md sections 1–3.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docs/T07-AUTH-GUIDE.md section 4 and evidence files 03–10.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docs/T07-EVIDENCE/01–10 and T07-AUTH-GUIDE.md section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docs/T07-EVIDENCE/observation-five-days.md. Exact daily ratios: 1.00, 0.27, 0.40, 0.40, 0.40.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observation evidence and the single production rule-change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2026-09-11 synthetic local browser QA and settings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2026-09-11 final local test run and Render hashing benchmark evidence. Deployment fields are injected at build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docs/T07-ARCHITECTURE.md section 11 and final submission checklist.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91985f4fc08d4a98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6ab87fc58c8044de" Type="http://schemas.openxmlformats.org/officeDocument/2006/relationships/slideLayout" Target="../slideLayouts/slideLayout1.xml"/><Relationship Id="R92acca6a06f14608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b87fc58c8044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5dcbb587240475d" Type="http://schemas.openxmlformats.org/officeDocument/2006/relationships/slideLayout" Target="../slideLayouts/slideLayout1.xml"/><Relationship Id="Rf0c6629af360492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8cb6c8e26fe44ae0" Type="http://schemas.openxmlformats.org/officeDocument/2006/relationships/notesSlide" Target="../notesSlides/notesSlide2.xml"/><Relationship Id="Rf1320358b52f4bf9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f1320358b52f4bf9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1d2ef7d372b0402f" Type="http://schemas.openxmlformats.org/officeDocument/2006/relationships/notesSlide" Target="../notesSlides/notesSlide3.xml"/><Relationship Id="R80fe3984feee4213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22e790163d664af9" Type="http://schemas.openxmlformats.org/officeDocument/2006/relationships/notesSlide" Target="../notesSlides/notesSlide4.xml"/><Relationship Id="R79c6df466da240d0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160b833a54e344f6" Type="http://schemas.openxmlformats.org/officeDocument/2006/relationships/notesSlide" Target="../notesSlides/notesSlide5.xml"/><Relationship Id="Rfb62fd36a62144e4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610529a4940148fe" Type="http://schemas.openxmlformats.org/officeDocument/2006/relationships/chart" Target="charts/chart1.xml"/><Relationship Id="R8c6ff5cb05c24429" Type="http://schemas.openxmlformats.org/officeDocument/2006/relationships/slideLayout" Target="../slideLayouts/slideLayout1.xml"/><Relationship Id="Rd0a26c840edc4118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b13bbffd062148fa" Type="http://schemas.openxmlformats.org/officeDocument/2006/relationships/notesSlide" Target="../notesSlides/notesSlide7.xml"/><Relationship Id="Re5cf59f408c14cbe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0e07778201454c9f" Type="http://schemas.openxmlformats.org/officeDocument/2006/relationships/slideLayout" Target="../slideLayouts/slideLayout1.xml"/><Relationship Id="R4718d9e3a99a410e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f1320358b52f4bf9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b74e2658ac13474e" Type="http://schemas.openxmlformats.org/officeDocument/2006/relationships/slideLayout" Target="../slideLayouts/slideLayout1.xml"/><Relationship Id="Re8a9e20490eb484a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f1320358b52f4bf9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20c2a03277014b06" Type="http://schemas.openxmlformats.org/officeDocument/2006/relationships/notesSlide" Target="../notesSlides/notesSlide10.xml"/><Relationship Id="R29de2f79101144f4" Type="http://schemas.openxmlformats.org/officeDocument/2006/relationships/slideLayout" Target="../slideLayouts/slideLayout1.xml"/></Relationships>
</file>

<file path=ppt/slides/charts/_rels/chart1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실제 ÷ 예상 (배)</c:v>
          </c:tx>
          <c:spPr>
            <a:solidFill xmlns:a="http://schemas.openxmlformats.org/drawingml/2006/main">
              <a:srgbClr val="2563EB"/>
            </a:solidFill>
          </c:spPr>
          <c:cat>
            <c:strRef>
              <c:f>'Chart Data'!$A$2:$A$6</c:f>
              <c:strCache>
                <c:ptCount val="5"/>
                <c:pt idx="0">
                  <c:v>09/07</c:v>
                </c:pt>
                <c:pt idx="1">
                  <c:v>09/08</c:v>
                </c:pt>
                <c:pt idx="2">
                  <c:v>09/09</c:v>
                </c:pt>
                <c:pt idx="3">
                  <c:v>09/10</c:v>
                </c:pt>
                <c:pt idx="4">
                  <c:v>09/11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</c:v>
                </c:pt>
                <c:pt idx="1">
                  <c:v>0.27</c:v>
                </c:pt>
                <c:pt idx="2">
                  <c:v>0.4</c:v>
                </c:pt>
                <c:pt idx="3">
                  <c:v>0.4</c:v>
                </c:pt>
                <c:pt idx="4">
                  <c:v>0.4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3BA53D-1370-4ADD-9DCE-92CFC2E9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E2E"/>
          </a:solidFill>
          <a:ln xmlns:a="http://schemas.openxmlformats.org/drawingml/2006/main" w="9525">
            <a:solidFill>
              <a:srgbClr val="151E2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26EC43-C508-4E13-AD62-023DDCD7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0A5F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A5FA"/>
                </a:solidFill>
                <a:latin typeface="Arial"/>
                <a:ea typeface="Arial"/>
                <a:cs typeface="Arial"/>
              </a:rPr>
              <a:t>SKT FLY AI · ALEPH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E5DBB-5F92-47EF-85BD-34B80EFB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71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기록을 잠그고,</a:t>
            </a:r>
          </a:p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변화를 측정하다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4D5B1-2B1F-4021-854E-4BD5D637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플랜두씨 다이어리 T07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B6ACB5-0123-4BBF-A07F-3CED83A1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개인 계정 경계 · 회전 세션 · 5일 실제 관찰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CCA030-7986-43B7-A5D6-98DF7BCD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047750"/>
            <a:ext cx="3905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E3A5F"/>
          </a:solidFill>
          <a:ln xmlns:a="http://schemas.openxmlformats.org/drawingml/2006/main" w="9525">
            <a:solidFill>
              <a:srgbClr val="2D568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B7E7AA-223F-48E2-83E4-EBFB6DEB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763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0A5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0A5FA"/>
                </a:solidFill>
                <a:latin typeface="Arial"/>
                <a:ea typeface="Arial"/>
                <a:cs typeface="Arial"/>
              </a:rPr>
              <a:t>관찰 완료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3F8FEA-83E7-47AC-A028-94517C25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192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2026.09.07 — 09.11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B41257-884A-40BC-A3C4-762D8608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38400"/>
            <a:ext cx="3905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7352C"/>
          </a:solidFill>
          <a:ln xmlns:a="http://schemas.openxmlformats.org/drawingml/2006/main" w="9525">
            <a:solidFill>
              <a:srgbClr val="245A47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35BA82-50E7-4558-9595-C98E441D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670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6EFA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6EFAC"/>
                </a:solidFill>
                <a:latin typeface="Arial"/>
                <a:ea typeface="Arial"/>
                <a:cs typeface="Arial"/>
              </a:rPr>
              <a:t>검증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869681-E3E5-43FA-A403-41BF0EA5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99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319 passed · 3 skipped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89E580-2C69-49F0-9207-E152E050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29050"/>
            <a:ext cx="3905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352A17"/>
          </a:solidFill>
          <a:ln xmlns:a="http://schemas.openxmlformats.org/drawingml/2006/main" w="9525">
            <a:solidFill>
              <a:srgbClr val="5C482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0F1C04-A66B-4191-B145-7E9CE0F7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576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운영 측정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813665-9C53-4388-A34F-5B5D3B39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005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Argon2id p95 197ms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1F958A-C915-4449-A193-36B9700F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myeongjundev · 2026.09.11</a:t>
            </a:r>
          </a:p>
        </p:txBody>
      </p:sp>
    </p:spTree>
    <p:extLst>
      <p:ext uri="{BB962C8B-B14F-4D97-AF65-F5344CB8AC3E}">
        <p14:creationId xmlns:p14="http://schemas.microsoft.com/office/powerpoint/2010/main" val="15071728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20E29E-3894-4737-A62B-721B86D6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01 ·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EA59E-8712-4844-AA3B-DA85D1B9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한 흐름에서 계획·실행·회고를 분리 보존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A69D7-F742-43BE-BBBB-1195B870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512FC-A1F3-428E-BBC3-D2A4946B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T07 · PLAN DO SEE DIARY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362EA-19BE-4DA9-AB2D-F988BE7D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415FA9-5D8D-4F5E-B8D1-30163499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3257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503EA-BD96-4BC0-8EB3-62E98DC4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4B820-E745-44F7-A40D-E12EEE36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예상 시간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535C0F-0E7A-4F62-9568-ED47A212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2800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시작 전에 계획값 고정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9EEF63-E33F-4097-836C-55F3A9B5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3380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예상값 유지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CFE9AC-99C2-4423-853E-BDA2CBE5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982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38C9B7-4F14-47CC-87A6-84D96DD1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09750"/>
            <a:ext cx="3257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5DD171-53E0-4D87-A04E-B411C80B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574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8F4CC3-BCB1-47D6-85E5-C50F0715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실제 시간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38CA85-AABE-47A2-B2CF-93AD343B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48000"/>
            <a:ext cx="2800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실행 기록은 별도 원본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D4DB64-EAB6-462D-B146-2C84D7DE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3380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UTC 저장 · Seoul 판정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38E1D6-C2E9-446F-8CE7-78F54F07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24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982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A0CDB8-172A-49E5-8D55-F4CE7970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3257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555377-75F5-46E8-9F83-0D79D6DF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574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SEE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F0B3E8-F5C9-42B5-BFF1-04309DE8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7650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근거와 회고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DA6688-D27E-4F96-9ACB-27130227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48000"/>
            <a:ext cx="2800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숫자에서 원본 ID까지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313CFD-EDE5-4037-811B-DB137528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3380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7개 지표 + 출처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291B20-7F45-4C4B-B404-B50E709E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33900"/>
            <a:ext cx="10763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06ACBB-EC2D-453D-8059-6D5D711F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핵심 원칙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31A9C1-E67A-45C4-B7A1-89389173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7244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집계값과 그 숫자를 만든 기록 ID를 같은 조회 결과에서 만든다.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4B0178-8F52-479B-AD76-BF28E4AE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1625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필터·soft-delete·시간대 조건이 어긋나 숫자와 근거가 갈라지는 문제를 구조로 막았다.</a:t>
            </a:r>
          </a:p>
        </p:txBody>
      </p:sp>
    </p:spTree>
    <p:extLst>
      <p:ext uri="{BB962C8B-B14F-4D97-AF65-F5344CB8AC3E}">
        <p14:creationId xmlns:p14="http://schemas.microsoft.com/office/powerpoint/2010/main" val="19949352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20E29E-3894-4737-A62B-721B86D6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01 ·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EA59E-8712-4844-AA3B-DA85D1B9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숫자에서 원본 기록까지, 그리고 그 앞의 로그인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A69D7-F742-43BE-BBBB-1195B870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512FC-A1F3-428E-BBC3-D2A4946B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T07 · PLAN DO SEE DIARY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362EA-19BE-4DA9-AB2D-F988BE7D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 xmlns:a="http://schemas.openxmlformats.org/drawingml/2006/main" xmlns:r="http://schemas.openxmlformats.org/officeDocument/2006/relationships">
        <p:nvPicPr>
          <p:cNvPr id="28" name="Picture 27" descr="login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335" y="1627632"/>
            <a:ext cx="3872753" cy="36576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29" name="Picture 28" descr="see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456" y="1627632"/>
            <a:ext cx="3950208" cy="3657600"/>
          </a:xfrm>
          <a:prstGeom prst="rect">
            <a:avLst/>
          </a:prstGeom>
        </p:spPr>
      </p:pic>
      <p:sp xmlns:a="http://schemas.openxmlformats.org/drawingml/2006/main">
        <p:nvSpPr>
          <p:cNvPr id="30" name="TextBox 29"/>
          <p:cNvSpPr txBox="1"/>
          <p:nvPr/>
        </p:nvSpPr>
        <p:spPr>
          <a:xfrm>
            <a:off x="1855335" y="5431536"/>
            <a:ext cx="3872752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667085"/>
                </a:solidFill>
                <a:latin typeface="Arial"/>
              </a:rPr>
              <a:t>로그인 — 세션 확인 전에는 아무 기록도 안 보인다</a:t>
            </a:r>
          </a:p>
        </p:txBody>
      </p:sp>
      <p:sp xmlns:a="http://schemas.openxmlformats.org/drawingml/2006/main">
        <p:nvSpPr>
          <p:cNvPr id="31" name="TextBox 30"/>
          <p:cNvSpPr txBox="1"/>
          <p:nvPr/>
        </p:nvSpPr>
        <p:spPr>
          <a:xfrm>
            <a:off x="6386456" y="5431536"/>
            <a:ext cx="39502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667085"/>
                </a:solidFill>
                <a:latin typeface="Arial"/>
              </a:rPr>
              <a:t>See — 숫자를 고르면 그 근거 기록 ID가 열린다</a:t>
            </a:r>
          </a:p>
        </p:txBody>
      </p:sp>
      <p:sp xmlns:a="http://schemas.openxmlformats.org/drawingml/2006/main">
        <p:nvSpPr>
          <p:cNvPr id="32" name="TextBox 31"/>
          <p:cNvSpPr txBox="1"/>
          <p:nvPr/>
        </p:nvSpPr>
        <p:spPr>
          <a:xfrm>
            <a:off x="612648" y="605332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Arial"/>
              </a:rPr>
              <a:t>두 화면 모두 합성 계정으로 촬영했다. 운영 개인 기록은 촬영하지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19949352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574F0A-1C70-42FB-9BC1-6DE81C61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02 · AUTHENTICATION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0853C-6B59-45BE-90F9-F94A3A9C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인증값 하나가 아니라 서버 세션까지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DB940-E35C-4833-AE71-BE72C12F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9FDF2-C2FF-40F1-B8EA-171FB7E5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T07 · PLAN DO SEE DIARY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CB1D71-C13C-403B-B4A2-EE2EF738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3B3129-F340-46C6-8DAE-DA34C632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476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C13C2-12CF-41CC-9C16-254B67B2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STEP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10DB80-E9FD-4E46-B995-BEDF4E60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Argon2id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581366-D784-4E75-9B75-CE59D88B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비밀번호 원문 대신</a:t>
            </a:r>
          </a:p>
          <a:p xmlns:a="http://schemas.openxmlformats.org/drawingml/2006/main">
            <a:pPr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메모리 하드 해시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4FE17-F755-41D6-9724-2DE1B33B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6700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72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B1D9BA-7988-4712-A258-067D7873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09750"/>
            <a:ext cx="2476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20CEA3-A117-4ED5-BA7B-1983DB2E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38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STEP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A3CDD3-5063-40EC-AD73-22473D57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09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Access JWT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B05FDD-16BF-4015-BD9B-0ADBECA9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051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10분 · sid 바인딩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2E9839-C377-453A-8F3A-1731E851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6700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72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47E0B1-1DC7-448C-9AB4-98B49AB0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2476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023956-0A4B-41E6-8697-E1BDC199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STEP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C0ECCE-803A-4605-8530-3CBA44FA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9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Refresh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ED5B2A-48FC-456D-99EC-E513B034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051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DB 해시 · 매 사용 회전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54B83F-8C9D-46E7-9282-EA630C08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6700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72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A1D0C3-6B63-4614-8477-B40A3D4E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09750"/>
            <a:ext cx="2476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458CBE-7B2A-4AD3-880A-00F8910B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38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0A5F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A5FA"/>
                </a:solidFill>
                <a:latin typeface="Arial"/>
                <a:ea typeface="Arial"/>
                <a:cs typeface="Arial"/>
              </a:rPr>
              <a:t>STEP 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F027FB-216C-4370-B70A-ED375C5E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09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Session row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CDAC94-2FB6-44D4-B654-F860F96C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051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폐기·유휴·절대 만료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E09885-E47F-447B-BA55-464DAF08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52768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36F88C-F2A2-4FCC-8E3A-DD3DFA12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로그아웃 즉시 차단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699E9E-F9A2-4420-8EF6-9C51E524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3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서명이 유효해도 sid가 폐기된 세션이면 401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497C39-1304-4B63-A48E-3C091BE4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14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Access 단독 무상태 JWT를 선택하지 않은 이유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682C3D-EF02-44F9-8575-57006C7B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86250"/>
            <a:ext cx="53149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35D138-38F7-44D1-9D12-6B2D467B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14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회전값 재사용 탐지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16D951-BCCB-46C7-8302-83BF11BE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3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이미 쓴 Refresh가 돌아오면 같은 계열을 폐기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6B205A-75B0-4F74-89F2-DEB55256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14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DB에는 난수 원문이 아니라 SHA-256만 저장</a:t>
            </a:r>
          </a:p>
        </p:txBody>
      </p:sp>
    </p:spTree>
    <p:extLst>
      <p:ext uri="{BB962C8B-B14F-4D97-AF65-F5344CB8AC3E}">
        <p14:creationId xmlns:p14="http://schemas.microsoft.com/office/powerpoint/2010/main" val="8193290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98C4F4-FE6A-4C54-BFE6-AD7E9026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03 · SECURITY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1216F-8A97-464A-80D8-CA48610A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공격 경로마다 성공과 거절을 나란히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71B7F7-24FF-4CC7-B68B-CE26BC55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8A2D3-C7C5-4A4D-B43A-E32057F9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T07 · PLAN DO SEE DIARY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E5C9A-ED12-4DDB-87F3-BA579C24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044415-DD4C-4A20-A613-47EEDE34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3528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1C282-6FE3-4997-913A-62CE07D2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724276-DC9F-4D77-B058-D9C89361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288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쿠키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127449-860F-4F4D-BAA4-B10DC80B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Secure · HttpOnly · SameSite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A02915-7D4E-451E-88F3-6CCDBED0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URL·localStorage에 토큰 없음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1ACAD8-B6BF-49B1-8D38-CDAA5649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76400"/>
            <a:ext cx="33528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38F898-CF61-43B1-A95B-11962182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47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DFDD05-C5DE-4B1D-9903-888910D6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288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CSRF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5C6A79-7B1A-4F94-BD88-CBF897E7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669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JSON + Origin + 이중 제출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E7182F-7482-4D63-8550-03936675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8130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없음·불일치·교차 출처 403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668423-E014-42DA-9040-106824C8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76400"/>
            <a:ext cx="33528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102207-2B95-4D8E-A06C-A71C769A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47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8F3A72-C98A-4AA4-AFD9-BD1E5A63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288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소유권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EF67D6-9AFC-4F81-81D6-9322F795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669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모든 쿼리를 user_id로 범위화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A557C4-66BE-4401-A873-5786ABEC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8130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타인 ID 읽기·수정·삭제 404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4792DF-D766-453C-AF08-CABCC1A9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33528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07CDA2-52D8-4586-AC76-BF477390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1C7D3C-0630-4D96-A84D-06586E54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29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로그인 제한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1B8659-15A7-4998-AFE2-A2BE45E2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DB 기반 5회/15분 잠금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57A9A6-D623-4831-8C10-B42DCD79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8155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재시작 뒤에도 시도 기록 유지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C2B015-A7BA-4FF0-A414-3057D988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76650"/>
            <a:ext cx="33528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A10583-CD90-486C-B531-1880DBCE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48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574EC4-570A-4040-8FF3-D5689910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29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감사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FD18AD-D03E-4B42-B479-4B3C6940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6720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가린 보안 이벤트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3BD5C6-2AB5-4BF7-8BA4-BD7D412A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8155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비밀번호·쿠키·원본 IP 미기록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041AC2-E56C-45F1-B289-6A6AA8AA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76650"/>
            <a:ext cx="33528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70F8EE-DCCA-444C-80D2-BF864967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48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FB8345-EBE7-4F3F-B33C-7B366F33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29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삭제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DA340D-CEB6-4689-82AA-5149E90A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6720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계정 소유 자료 cascade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818E06-B8A4-4D01-A572-FC31513C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8155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계획부터 규칙 변경까지 함께 삭제</a:t>
            </a:r>
          </a:p>
        </p:txBody>
      </p:sp>
    </p:spTree>
    <p:extLst>
      <p:ext uri="{BB962C8B-B14F-4D97-AF65-F5344CB8AC3E}">
        <p14:creationId xmlns:p14="http://schemas.microsoft.com/office/powerpoint/2010/main" val="11844500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C90B78-89DD-4D30-99B8-378BE73C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04 ·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63C45-016D-45B1-946A-D065DCD0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거절 코드보다 ‘어떤 경로가 막혔는가’를 증명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8F7B68-4280-46B8-9C9D-FC54006D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6668D2-47A1-4BD0-84CB-6CA2AAEE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T07 · PLAN DO SEE DIARY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7B0B20-9770-4CA2-ABDC-0F95B9B9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AD9E35-2DD6-4FCF-85CE-A9CCA59E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검증 장면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7807D-97F0-4D2C-85C0-E159DCA4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811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성공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5C4F7F-770B-44A4-BC81-182724BF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811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거절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887B71-F650-44EC-A5F4-EE65A789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35E5BB-1486-4EC4-B769-C57B16FC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로그아웃 재사용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3BFC2B-2744-4EF0-949B-594E30ED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955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같은 쿠키로 200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E0AA1-7463-4A4A-B4C9-FC162220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폐기 뒤 같은 쿠키 401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855F74-4514-4529-8B50-53BA1AF9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0972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1B527D-345C-4C89-80ED-5BC31ADD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타인 자료 읽기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FBE031-B70B-4186-B4A7-B62F7537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76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본인 계획 200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C0B0C7-8A08-4383-9AED-90CCB4E3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76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A→B · B→A 404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CA400D-4D63-4C31-BBB0-6667140C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0972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180C33-C016-485E-B674-03431339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576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타인 자료 변경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563CA6-4CE9-474E-B10F-8E30708F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576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본인 수정 성공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C288E5-7CCE-4BF4-ADFE-3C8F06C4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57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PATCH · DELETE 404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AE870C-4390-4A15-A020-346A14BD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972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5F0FDA-7F84-4D54-B701-E7226E62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무인증 목록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2E70F2-E5E8-4826-8133-C2C102DA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386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본인 목록만 200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C25C75-A536-405F-8516-625CA769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38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쿠키 없음 401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DD5D0A-B70F-4ACE-B684-AFDD66C8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5FF993-7C94-4CB3-A085-561ECA7C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Refresh 회전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BAF81D-3292-4EC3-8214-35270274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새 후계 1개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289CE7-6724-48B5-940C-C93A9DE2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이전 값 재사용 시 계열 폐기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F0F9F7-D7BE-40A0-9DC6-B0D65B8B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합성 계정의 실제 요청·응답을 공통 redaction 경로로 기록</a:t>
            </a:r>
          </a:p>
        </p:txBody>
      </p:sp>
    </p:spTree>
    <p:extLst>
      <p:ext uri="{BB962C8B-B14F-4D97-AF65-F5344CB8AC3E}">
        <p14:creationId xmlns:p14="http://schemas.microsoft.com/office/powerpoint/2010/main" val="2169151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1136C4-A50E-43AD-A0FD-51F2D605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05 · FIVE-DAY OBSERVATION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31EF97-0AE8-4D96-AE2C-0CE9AB20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실제 달력 5일을 기다려 같은 지표로 측정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439D57-C579-499E-8E01-A169D6A3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E18C5-3692-45B3-BFB8-5BB77DDF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T07 · PLAN DO SEE DIARY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A3FC9-023E-4FF5-91A9-4142361C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6858000" cy="3752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10529a4940148f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B36B59-1E4F-4DF2-9A82-08B2C18D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90700"/>
            <a:ext cx="36004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0B96DA-987B-46C2-84A7-26F26A5E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62150"/>
            <a:ext cx="3181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1일차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6EF288-5C7B-4C0C-97A1-7B6F6524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09800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30 / 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97ACED-C233-4491-9005-EEB29281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67000"/>
            <a:ext cx="3181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예상 / 실제 · 1.00배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9E34CB-A2D1-491C-A6E8-D18C4FD8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00400"/>
            <a:ext cx="36004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C336E8-29D9-47F1-9593-B90F9A30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71850"/>
            <a:ext cx="3181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2일차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D4EDA2-7772-42B3-B882-C49BEAE1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19500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30 / 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3292E4-1724-4904-97F9-69E7678C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76700"/>
            <a:ext cx="3181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예상 / 실제 · 0.27배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DC7416-333C-4AB0-A93F-9AE2E56C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10100"/>
            <a:ext cx="36004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75BB6F-7728-4123-BE4E-F2D02C6E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81550"/>
            <a:ext cx="3181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3–5일차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7B4FD6-C58F-42EC-96F5-F5815B90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29200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각 10 / 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C043E5-B4FD-4590-91BD-05433139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486400"/>
            <a:ext cx="3181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같은 계산식 · 각 0.40배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72DCF5-3D42-41D2-A368-EF0A226D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단위: 배 · 계산식: 실제분 ÷ 예상분 · 시간대: Asia/Seoul</a:t>
            </a:r>
          </a:p>
        </p:txBody>
      </p:sp>
    </p:spTree>
    <p:extLst>
      <p:ext uri="{BB962C8B-B14F-4D97-AF65-F5344CB8AC3E}">
        <p14:creationId xmlns:p14="http://schemas.microsoft.com/office/powerpoint/2010/main" val="14642688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AC9A44-0A02-471A-A7BD-2E8B72F9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06 · RULE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EDCFF-48B2-4F64-9E22-4ED520D5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규칙은 한 번만 바꾸고 전·후를 손계산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2BD30-F589-4E47-8ECF-3B6D599C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A800C-FD06-494B-A77B-61897F63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T07 · PLAN DO SEE DIARY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6F4538-1F71-4C2C-AECA-BBE35152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4E4FED-FEA5-4712-B025-D35D1A8B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2197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F79AB3-00BB-49A3-8854-7FDCC04C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BEFORE · 1–2일차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A77AF8-2E78-43E7-B4A0-F732EC22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38 ÷ 60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15AF3D-38BE-47C9-B7E3-D49C6CB4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79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0.63배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68F7EF-5633-4E8C-A510-7DAE3475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기본 30분 예상 단위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42E616-8C2D-4B58-8BDF-BA97B5AC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2197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DABA2C-699C-4071-8A7B-AD50DBCA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431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0A5F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A5FA"/>
                </a:solidFill>
                <a:latin typeface="Arial"/>
                <a:ea typeface="Arial"/>
                <a:cs typeface="Arial"/>
              </a:rPr>
              <a:t>AFTER · 3–5일차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DB0E2B-4817-423F-8C97-58F5D543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622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 ÷ 30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659D7F-DFD3-427F-B7EA-74A3260F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1465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79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60A5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60A5FA"/>
                </a:solidFill>
                <a:latin typeface="Arial"/>
                <a:ea typeface="Arial"/>
                <a:cs typeface="Arial"/>
              </a:rPr>
              <a:t>0.40배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9E3A2D-78E9-4E5C-B09F-EA6091FB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766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시작 전 10분 단위로 분할·개별 예상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C29F79-8C87-40D5-9456-686B0532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109728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39FB86-3AC5-445C-B5FF-23509D8C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변경 시각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2C4E05-A0B0-41EC-8D7F-A68608C0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914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2026-09-08 02:27 KST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94ED6A-D74F-4748-B60E-542469BF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3149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2일차 종료 후 · 3일차 시작 전 · 근거 실행 2건 인용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2A430E-AF9A-467E-9C03-2C047553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720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전체 5일 50 ÷ 90 = 0.56배</a:t>
            </a:r>
          </a:p>
        </p:txBody>
      </p:sp>
    </p:spTree>
    <p:extLst>
      <p:ext uri="{BB962C8B-B14F-4D97-AF65-F5344CB8AC3E}">
        <p14:creationId xmlns:p14="http://schemas.microsoft.com/office/powerpoint/2010/main" val="8775300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70E452-2BF8-4941-9856-3D26D11D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07 · SETTINGS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EDCE7-1754-4679-BFFD-ED0FDD41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핵심 흐름과 위험한 계정 작업을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23B2D3-D69E-4AE3-877D-642729A9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16837-EBF0-4936-9629-1FA43B02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T07 · PLAN DO SEE DIARY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8E00AE-7CC1-43B2-8B72-DD7ED132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C101A-C102-4C8F-A3CB-66C77EBD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3528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79B08-F3BC-4FD5-86E8-8C565644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E195F4-3A68-41DE-8779-0DBBEADE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프로필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CB4016-FE7E-4126-A228-309FD563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이메일·가입일 확인</a:t>
            </a:r>
          </a:p>
          <a:p xmlns:a="http://schemas.openxmlformats.org/drawingml/2006/main">
            <a:pPr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비밀번호·세션 토큰 비노출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54D667-FB5C-4FB7-8AC8-7D8A3D5B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52600"/>
            <a:ext cx="33528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5EF304-6D33-40E9-9049-6091EC57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812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493BB9-9ED4-4A3B-B269-B6DC543F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81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내 데이터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238541-AE88-44F4-A22C-399DEC30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52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계획부터 규칙 변경까지</a:t>
            </a:r>
          </a:p>
          <a:p xmlns:a="http://schemas.openxmlformats.org/drawingml/2006/main">
            <a:pPr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단일 JSON 내보내기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121BF0-8306-4C46-B429-2432D7A6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52600"/>
            <a:ext cx="33528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1ED912-B005-4A26-AEE3-EA5217A9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812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2B913F-74AC-4245-968F-3D596A84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보안 및 계정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839E68-6ADF-4005-80FC-5E614A60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52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비밀번호 변경·세션 폐기</a:t>
            </a:r>
          </a:p>
          <a:p xmlns:a="http://schemas.openxmlformats.org/drawingml/2006/main">
            <a:pPr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계정 전체 삭제 경고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8DBC62-A94E-4F4A-9CA5-CDE4E6E1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09728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E7403F-9ABE-4877-9484-3D31CCA4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A5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0A5FA"/>
                </a:solidFill>
                <a:latin typeface="Arial"/>
                <a:ea typeface="Arial"/>
                <a:cs typeface="Arial"/>
              </a:rPr>
              <a:t>4-way visual QA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C97E2C-68B7-43FD-B1EE-671C1FAC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339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Desktop · Mobile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AABD60-559C-4FA2-82B3-59756544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33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Light · Dark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EA272C-0F35-4EB8-87CD-BFAF975B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339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가로 넘침 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377E79-DC2A-427A-AA72-4C1FEAE2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9339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6EFA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6EFAC"/>
                </a:solidFill>
                <a:latin typeface="Arial"/>
                <a:ea typeface="Arial"/>
                <a:cs typeface="Arial"/>
              </a:rPr>
              <a:t>익명 /settings → /login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277FB2-9438-4F6B-9C20-EEE332F2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149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합성 계정으로만 검수 · 운영 개인 기록 촬영 없음</a:t>
            </a:r>
          </a:p>
        </p:txBody>
      </p:sp>
    </p:spTree>
    <p:extLst>
      <p:ext uri="{BB962C8B-B14F-4D97-AF65-F5344CB8AC3E}">
        <p14:creationId xmlns:p14="http://schemas.microsoft.com/office/powerpoint/2010/main" val="16235061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20E29E-3894-4737-A62B-721B86D6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07 · SETTINGS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EA59E-8712-4844-AA3B-DA85D1B9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되돌릴 수 없는 구획은 다르게 보인다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A69D7-F742-43BE-BBBB-1195B870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512FC-A1F3-428E-BBC3-D2A4946B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T07 · PLAN DO SEE DIARY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362EA-19BE-4DA9-AB2D-F988BE7D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 xmlns:a="http://schemas.openxmlformats.org/drawingml/2006/main" xmlns:r="http://schemas.openxmlformats.org/officeDocument/2006/relationships">
        <p:nvPicPr>
          <p:cNvPr id="28" name="Picture 27" descr="settings-danger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550" y="1783080"/>
            <a:ext cx="7634900" cy="3520440"/>
          </a:xfrm>
          <a:prstGeom prst="rect">
            <a:avLst/>
          </a:prstGeom>
        </p:spPr>
      </p:pic>
      <p:sp xmlns:a="http://schemas.openxmlformats.org/drawingml/2006/main">
        <p:nvSpPr>
          <p:cNvPr id="29" name="TextBox 28"/>
          <p:cNvSpPr txBox="1"/>
          <p:nvPr/>
        </p:nvSpPr>
        <p:spPr>
          <a:xfrm>
            <a:off x="2278550" y="5468112"/>
            <a:ext cx="763489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667085"/>
                </a:solidFill>
                <a:latin typeface="Arial"/>
              </a:rPr>
              <a:t>문단 구분선으로는 이 무게를 전달할 수 없다</a:t>
            </a:r>
          </a:p>
        </p:txBody>
      </p:sp>
      <p:sp xmlns:a="http://schemas.openxmlformats.org/drawingml/2006/main">
        <p:nvSpPr>
          <p:cNvPr id="30" name="TextBox 29"/>
          <p:cNvSpPr txBox="1"/>
          <p:nvPr/>
        </p:nvSpPr>
        <p:spPr>
          <a:xfrm>
            <a:off x="612648" y="605332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Arial"/>
              </a:rPr>
              <a:t>비밀번호와 확인 문구를 함께 요구하며, 지워지는 대상을 문장으로 먼저 적는다.</a:t>
            </a:r>
          </a:p>
        </p:txBody>
      </p:sp>
    </p:spTree>
    <p:extLst>
      <p:ext uri="{BB962C8B-B14F-4D97-AF65-F5344CB8AC3E}">
        <p14:creationId xmlns:p14="http://schemas.microsoft.com/office/powerpoint/2010/main" val="19949352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9C0D0C-C2F2-427E-9493-215AF6C0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08 ·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B6992-E1FF-4E86-A45C-EC7AAEE9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자동 검사·운영 측정·비밀값 감사를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74A870-057F-4FDA-B109-DEFB40F9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618A05-0F3F-4A0F-8F7B-ED1E4CC3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T07 · PLAN DO SEE DIARY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EA0BE7-1473-449C-B984-14BA00F7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83E984-A4C5-42EA-B244-8A42561E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33528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822669-C289-4D59-A5AA-C28A5B25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66900"/>
            <a:ext cx="293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DFAC66-8E77-4F66-9D73-60146681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2933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319 passed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DAFE5-8231-470A-BE17-802407B0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2933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3 PostgreSQL-only skips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5F61C6-8674-4577-A93E-13A44D5B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95450"/>
            <a:ext cx="33528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5561F3-85D5-467C-BC13-BB2D09AB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66900"/>
            <a:ext cx="293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409CE3-9206-46B6-8001-15726D8F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14550"/>
            <a:ext cx="2933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76 passed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75AA6D-80B5-41C4-AAF5-F670C9F3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2933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6 test files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29793A-76B0-4DFA-9BF3-D8E6FA62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95450"/>
            <a:ext cx="35433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674300-D85C-448F-BD47-180723D0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66900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SECRET AUDIT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71D5B2-B2ED-444C-BC78-D2B76659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14550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0 findings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B2F279-4F85-40C3-A5A7-C04472D1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71750"/>
            <a:ext cx="3124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worktree · build · Git objects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569A99-D3F0-43F3-92DF-FFEC1FD8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525780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BAFBDC-EE1B-4807-A854-5C79D815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Render Argon2id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2D660C-344F-48F6-9369-844AB9B4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p50 108ms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6B56AD-8780-4860-BA0D-B488CBFF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9433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p95 197ms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4EF341-7761-4D73-A1DB-6CE3AEFF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동시 4건 1,009ms · peak RSS 146MiB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E2E443-3A38-4464-9466-AF090BA9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339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19,456KiB · t=2 · p=1 유지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ACFF3A-8236-4393-960B-A1456953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57550"/>
            <a:ext cx="531495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84EBF8-5A27-41C1-BA59-4241E0F2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86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0A5F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A5FA"/>
                </a:solidFill>
                <a:latin typeface="Arial"/>
                <a:ea typeface="Arial"/>
                <a:cs typeface="Arial"/>
              </a:rPr>
              <a:t>FINAL DEPLOYMENT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546124-CE02-4731-8135-3E39A631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05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5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Render 수동 배포 완료 · 공개 /settings 200 (2026-09-11)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972720-FAA8-4527-99E3-EF61DBC0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767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acfaa67a69360644b658d2ec811d716d58fd7528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DCC1E7-0ACD-4B74-BA93-530B6050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29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서비스 · health · anonymous boundary 대조</a:t>
            </a:r>
          </a:p>
        </p:txBody>
      </p:sp>
    </p:spTree>
    <p:extLst>
      <p:ext uri="{BB962C8B-B14F-4D97-AF65-F5344CB8AC3E}">
        <p14:creationId xmlns:p14="http://schemas.microsoft.com/office/powerpoint/2010/main" val="10429378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20E29E-3894-4737-A62B-721B86D6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09 · SUBMISSION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EA59E-8712-4844-AA3B-DA85D1B9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확인한 것과, 아직 남은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A69D7-F742-43BE-BBBB-1195B870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512FC-A1F3-428E-BBC3-D2A4946B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T07 · PLAN DO SEE DIARY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362EA-19BE-4DA9-AB2D-F988BE7D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 xmlns:a="http://schemas.openxmlformats.org/drawingml/2006/main">
        <p:nvSpPr>
          <p:cNvPr id="28" name="TextBox 27"/>
          <p:cNvSpPr txBox="1"/>
          <p:nvPr/>
        </p:nvSpPr>
        <p:spPr>
          <a:xfrm>
            <a:off x="731520" y="1627632"/>
            <a:ext cx="29260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5803D"/>
                </a:solidFill>
                <a:latin typeface="Arial"/>
              </a:rPr>
              <a:t>✓</a:t>
            </a:r>
          </a:p>
        </p:txBody>
      </p:sp>
      <p:sp xmlns:a="http://schemas.openxmlformats.org/drawingml/2006/main">
        <p:nvSpPr>
          <p:cNvPr id="29" name="TextBox 28"/>
          <p:cNvSpPr txBox="1"/>
          <p:nvPr/>
        </p:nvSpPr>
        <p:spPr>
          <a:xfrm>
            <a:off x="1133856" y="1627632"/>
            <a:ext cx="3931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172033"/>
                </a:solidFill>
                <a:latin typeface="Arial"/>
              </a:rPr>
              <a:t>서로 다른 실제 날짜 5일</a:t>
            </a:r>
          </a:p>
        </p:txBody>
      </p:sp>
      <p:sp xmlns:a="http://schemas.openxmlformats.org/drawingml/2006/main">
        <p:nvSpPr>
          <p:cNvPr id="30" name="TextBox 29"/>
          <p:cNvSpPr txBox="1"/>
          <p:nvPr/>
        </p:nvSpPr>
        <p:spPr>
          <a:xfrm>
            <a:off x="5212080" y="1645920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Arial"/>
              </a:rPr>
              <a:t>2026-09-07 — 09-11 · 각 날짜 실행 기록 1건</a:t>
            </a:r>
          </a:p>
        </p:txBody>
      </p:sp>
      <p:sp xmlns:a="http://schemas.openxmlformats.org/drawingml/2006/main">
        <p:nvSpPr>
          <p:cNvPr id="31" name="TextBox 30"/>
          <p:cNvSpPr txBox="1"/>
          <p:nvPr/>
        </p:nvSpPr>
        <p:spPr>
          <a:xfrm>
            <a:off x="731520" y="2130552"/>
            <a:ext cx="29260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5803D"/>
                </a:solidFill>
                <a:latin typeface="Arial"/>
              </a:rPr>
              <a:t>✓</a:t>
            </a:r>
          </a:p>
        </p:txBody>
      </p:sp>
      <p:sp xmlns:a="http://schemas.openxmlformats.org/drawingml/2006/main">
        <p:nvSpPr>
          <p:cNvPr id="32" name="TextBox 31"/>
          <p:cNvSpPr txBox="1"/>
          <p:nvPr/>
        </p:nvSpPr>
        <p:spPr>
          <a:xfrm>
            <a:off x="1133856" y="2130552"/>
            <a:ext cx="3931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172033"/>
                </a:solidFill>
                <a:latin typeface="Arial"/>
              </a:rPr>
              <a:t>규칙 변경 1회와 전후 비교</a:t>
            </a:r>
          </a:p>
        </p:txBody>
      </p:sp>
      <p:sp xmlns:a="http://schemas.openxmlformats.org/drawingml/2006/main">
        <p:nvSpPr>
          <p:cNvPr id="33" name="TextBox 32"/>
          <p:cNvSpPr txBox="1"/>
          <p:nvPr/>
        </p:nvSpPr>
        <p:spPr>
          <a:xfrm>
            <a:off x="5212080" y="2148840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Arial"/>
              </a:rPr>
              <a:t>09-08 02:27 KST · 0.63배 → 0.40배 · 전체 0.56배</a:t>
            </a:r>
          </a:p>
        </p:txBody>
      </p:sp>
      <p:sp xmlns:a="http://schemas.openxmlformats.org/drawingml/2006/main">
        <p:nvSpPr>
          <p:cNvPr id="34" name="TextBox 33"/>
          <p:cNvSpPr txBox="1"/>
          <p:nvPr/>
        </p:nvSpPr>
        <p:spPr>
          <a:xfrm>
            <a:off x="731520" y="2633472"/>
            <a:ext cx="29260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5803D"/>
                </a:solidFill>
                <a:latin typeface="Arial"/>
              </a:rPr>
              <a:t>✓</a:t>
            </a:r>
          </a:p>
        </p:txBody>
      </p:sp>
      <p:sp xmlns:a="http://schemas.openxmlformats.org/drawingml/2006/main">
        <p:nvSpPr>
          <p:cNvPr id="35" name="TextBox 34"/>
          <p:cNvSpPr txBox="1"/>
          <p:nvPr/>
        </p:nvSpPr>
        <p:spPr>
          <a:xfrm>
            <a:off x="1133856" y="2633472"/>
            <a:ext cx="3931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172033"/>
                </a:solidFill>
                <a:latin typeface="Arial"/>
              </a:rPr>
              <a:t>화면 합계와 손계산 일치</a:t>
            </a:r>
          </a:p>
        </p:txBody>
      </p:sp>
      <p:sp xmlns:a="http://schemas.openxmlformats.org/drawingml/2006/main">
        <p:nvSpPr>
          <p:cNvPr id="36" name="TextBox 35"/>
          <p:cNvSpPr txBox="1"/>
          <p:nvPr/>
        </p:nvSpPr>
        <p:spPr>
          <a:xfrm>
            <a:off x="5212080" y="2651760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Arial"/>
              </a:rPr>
              <a:t>38÷60 · 12÷30 · 50÷90 을 배포 화면과 대조</a:t>
            </a:r>
          </a:p>
        </p:txBody>
      </p:sp>
      <p:sp xmlns:a="http://schemas.openxmlformats.org/drawingml/2006/main">
        <p:nvSpPr>
          <p:cNvPr id="37" name="TextBox 36"/>
          <p:cNvSpPr txBox="1"/>
          <p:nvPr/>
        </p:nvSpPr>
        <p:spPr>
          <a:xfrm>
            <a:off x="731520" y="3136392"/>
            <a:ext cx="29260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5803D"/>
                </a:solidFill>
                <a:latin typeface="Arial"/>
              </a:rPr>
              <a:t>✓</a:t>
            </a:r>
          </a:p>
        </p:txBody>
      </p:sp>
      <p:sp xmlns:a="http://schemas.openxmlformats.org/drawingml/2006/main">
        <p:nvSpPr>
          <p:cNvPr id="38" name="TextBox 37"/>
          <p:cNvSpPr txBox="1"/>
          <p:nvPr/>
        </p:nvSpPr>
        <p:spPr>
          <a:xfrm>
            <a:off x="1133856" y="3136392"/>
            <a:ext cx="3931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172033"/>
                </a:solidFill>
                <a:latin typeface="Arial"/>
              </a:rPr>
              <a:t>인증·소유권·세션 공격 검증</a:t>
            </a:r>
          </a:p>
        </p:txBody>
      </p:sp>
      <p:sp xmlns:a="http://schemas.openxmlformats.org/drawingml/2006/main">
        <p:nvSpPr>
          <p:cNvPr id="39" name="TextBox 38"/>
          <p:cNvSpPr txBox="1"/>
          <p:nvPr/>
        </p:nvSpPr>
        <p:spPr>
          <a:xfrm>
            <a:off x="5212080" y="3154680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Arial"/>
              </a:rPr>
              <a:t>성공과 거절을 같은 표에 · 증거 01–11</a:t>
            </a:r>
          </a:p>
        </p:txBody>
      </p:sp>
      <p:sp xmlns:a="http://schemas.openxmlformats.org/drawingml/2006/main">
        <p:nvSpPr>
          <p:cNvPr id="40" name="TextBox 39"/>
          <p:cNvSpPr txBox="1"/>
          <p:nvPr/>
        </p:nvSpPr>
        <p:spPr>
          <a:xfrm>
            <a:off x="731520" y="3639312"/>
            <a:ext cx="29260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5803D"/>
                </a:solidFill>
                <a:latin typeface="Arial"/>
              </a:rPr>
              <a:t>✓</a:t>
            </a:r>
          </a:p>
        </p:txBody>
      </p:sp>
      <p:sp xmlns:a="http://schemas.openxmlformats.org/drawingml/2006/main">
        <p:nvSpPr>
          <p:cNvPr id="41" name="TextBox 40"/>
          <p:cNvSpPr txBox="1"/>
          <p:nvPr/>
        </p:nvSpPr>
        <p:spPr>
          <a:xfrm>
            <a:off x="1133856" y="3639312"/>
            <a:ext cx="3931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172033"/>
                </a:solidFill>
                <a:latin typeface="Arial"/>
              </a:rPr>
              <a:t>자동 검사와 비밀값 감사</a:t>
            </a:r>
          </a:p>
        </p:txBody>
      </p:sp>
      <p:sp xmlns:a="http://schemas.openxmlformats.org/drawingml/2006/main">
        <p:nvSpPr>
          <p:cNvPr id="42" name="TextBox 41"/>
          <p:cNvSpPr txBox="1"/>
          <p:nvPr/>
        </p:nvSpPr>
        <p:spPr>
          <a:xfrm>
            <a:off x="5212080" y="3657600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Arial"/>
              </a:rPr>
              <a:t>backend 319 · frontend 76 · 감사 0건</a:t>
            </a:r>
          </a:p>
        </p:txBody>
      </p:sp>
      <p:sp xmlns:a="http://schemas.openxmlformats.org/drawingml/2006/main">
        <p:nvSpPr>
          <p:cNvPr id="43" name="TextBox 42"/>
          <p:cNvSpPr txBox="1"/>
          <p:nvPr/>
        </p:nvSpPr>
        <p:spPr>
          <a:xfrm>
            <a:off x="731520" y="4142232"/>
            <a:ext cx="29260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5803D"/>
                </a:solidFill>
                <a:latin typeface="Arial"/>
              </a:rPr>
              <a:t>✓</a:t>
            </a:r>
          </a:p>
        </p:txBody>
      </p:sp>
      <p:sp xmlns:a="http://schemas.openxmlformats.org/drawingml/2006/main">
        <p:nvSpPr>
          <p:cNvPr id="44" name="TextBox 43"/>
          <p:cNvSpPr txBox="1"/>
          <p:nvPr/>
        </p:nvSpPr>
        <p:spPr>
          <a:xfrm>
            <a:off x="1133856" y="4142232"/>
            <a:ext cx="3931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172033"/>
                </a:solidFill>
                <a:latin typeface="Arial"/>
              </a:rPr>
              <a:t>최종 배포와 배포본 확인</a:t>
            </a:r>
          </a:p>
        </p:txBody>
      </p:sp>
      <p:sp xmlns:a="http://schemas.openxmlformats.org/drawingml/2006/main">
        <p:nvSpPr>
          <p:cNvPr id="45" name="TextBox 44"/>
          <p:cNvSpPr txBox="1"/>
          <p:nvPr/>
        </p:nvSpPr>
        <p:spPr>
          <a:xfrm>
            <a:off x="5212080" y="4160520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Arial"/>
              </a:rPr>
              <a:t>acfaa67 · 번들 해시가 로컬 빌드와 일치</a:t>
            </a:r>
          </a:p>
        </p:txBody>
      </p:sp>
      <p:sp xmlns:a="http://schemas.openxmlformats.org/drawingml/2006/main">
        <p:nvSpPr>
          <p:cNvPr id="46" name="TextBox 45"/>
          <p:cNvSpPr txBox="1"/>
          <p:nvPr/>
        </p:nvSpPr>
        <p:spPr>
          <a:xfrm>
            <a:off x="731520" y="4645152"/>
            <a:ext cx="29260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5803D"/>
                </a:solidFill>
                <a:latin typeface="Arial"/>
              </a:rPr>
              <a:t>✓</a:t>
            </a:r>
          </a:p>
        </p:txBody>
      </p:sp>
      <p:sp xmlns:a="http://schemas.openxmlformats.org/drawingml/2006/main">
        <p:nvSpPr>
          <p:cNvPr id="47" name="TextBox 46"/>
          <p:cNvSpPr txBox="1"/>
          <p:nvPr/>
        </p:nvSpPr>
        <p:spPr>
          <a:xfrm>
            <a:off x="1133856" y="4645152"/>
            <a:ext cx="3931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172033"/>
                </a:solidFill>
                <a:latin typeface="Arial"/>
              </a:rPr>
              <a:t>익명 접근 경계</a:t>
            </a:r>
          </a:p>
        </p:txBody>
      </p:sp>
      <p:sp xmlns:a="http://schemas.openxmlformats.org/drawingml/2006/main">
        <p:nvSpPr>
          <p:cNvPr id="48" name="TextBox 47"/>
          <p:cNvSpPr txBox="1"/>
          <p:nvPr/>
        </p:nvSpPr>
        <p:spPr>
          <a:xfrm>
            <a:off x="5212080" y="4663440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Arial"/>
              </a:rPr>
              <a:t>세션 없이 /settings → /login</a:t>
            </a:r>
          </a:p>
        </p:txBody>
      </p:sp>
      <p:sp xmlns:a="http://schemas.openxmlformats.org/drawingml/2006/main">
        <p:nvSpPr>
          <p:cNvPr id="49" name="TextBox 48"/>
          <p:cNvSpPr txBox="1"/>
          <p:nvPr/>
        </p:nvSpPr>
        <p:spPr>
          <a:xfrm>
            <a:off x="731520" y="5148072"/>
            <a:ext cx="29260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rial"/>
              </a:rPr>
              <a:t>□</a:t>
            </a:r>
          </a:p>
        </p:txBody>
      </p:sp>
      <p:sp xmlns:a="http://schemas.openxmlformats.org/drawingml/2006/main">
        <p:nvSpPr>
          <p:cNvPr id="50" name="TextBox 49"/>
          <p:cNvSpPr txBox="1"/>
          <p:nvPr/>
        </p:nvSpPr>
        <p:spPr>
          <a:xfrm>
            <a:off x="1133856" y="5148072"/>
            <a:ext cx="3931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172033"/>
                </a:solidFill>
                <a:latin typeface="Arial"/>
              </a:rPr>
              <a:t>공식 폼 제출</a:t>
            </a:r>
          </a:p>
        </p:txBody>
      </p:sp>
      <p:sp xmlns:a="http://schemas.openxmlformats.org/drawingml/2006/main">
        <p:nvSpPr>
          <p:cNvPr id="51" name="TextBox 50"/>
          <p:cNvSpPr txBox="1"/>
          <p:nvPr/>
        </p:nvSpPr>
        <p:spPr>
          <a:xfrm>
            <a:off x="5212080" y="5166360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Arial"/>
              </a:rPr>
              <a:t>제출문과 40자 commit URL 붙여넣기 — 남음</a:t>
            </a:r>
          </a:p>
        </p:txBody>
      </p:sp>
      <p:sp xmlns:a="http://schemas.openxmlformats.org/drawingml/2006/main">
        <p:nvSpPr>
          <p:cNvPr id="52" name="Rounded Rectangle 51"/>
          <p:cNvSpPr/>
          <p:nvPr/>
        </p:nvSpPr>
        <p:spPr>
          <a:xfrm>
            <a:off x="612648" y="5852160"/>
            <a:ext cx="10972800" cy="475488"/>
          </a:xfrm>
          <a:prstGeom prst="roundRect">
            <a:avLst>
              <a:gd name="adj" fmla="val 14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53" name="TextBox 52"/>
          <p:cNvSpPr txBox="1"/>
          <p:nvPr/>
        </p:nvSpPr>
        <p:spPr>
          <a:xfrm>
            <a:off x="914400" y="5971032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72033"/>
                </a:solidFill>
                <a:latin typeface="Arial"/>
              </a:rPr>
              <a:t>여덟 줄 중 일곱은 근거 파일이나 배포본에서 확인한 것이고, 마지막 한 줄만 아직 남았다.</a:t>
            </a:r>
          </a:p>
        </p:txBody>
      </p:sp>
    </p:spTree>
    <p:extLst>
      <p:ext uri="{BB962C8B-B14F-4D97-AF65-F5344CB8AC3E}">
        <p14:creationId xmlns:p14="http://schemas.microsoft.com/office/powerpoint/2010/main" val="19949352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90EAFE-E0E5-402F-96F5-ACF913BC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0A5F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A5FA"/>
                </a:solidFill>
                <a:latin typeface="Arial"/>
                <a:ea typeface="Arial"/>
                <a:cs typeface="Arial"/>
              </a:rPr>
              <a:t>T07 · FINAL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8C1C8E-9C97-45E0-91F1-6ACD8560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66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완료한 것과</a:t>
            </a:r>
          </a:p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남긴 한계를 함께 제출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ADFDE1-4B35-4C1A-BA61-F0B44BE5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69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6EFA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6EFAC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CCB920-48C4-4716-917B-95B0726A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실제 5일 · 규칙 변경 1회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5C9F6-2757-4D08-8583-7CF6B9A3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69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6EFA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6EFAC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E448B8-BB4D-49F9-9046-8B839C96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71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인증·소유권·세션 공격 검증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60372C-4A4B-404C-A7E0-FF62E02C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243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69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6EFA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6EFAC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F966F-0F8E-419C-838F-AB9A254B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Settings 4-way QA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19B7C-791B-4ACF-84E3-402C3FA4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69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6EFA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6EFAC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20AD11-90BE-4755-9DD7-88F871FD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전체 검사 · 비밀값 감사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5E6FBE-903A-43E4-9A92-7C46B802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047750"/>
            <a:ext cx="4686300" cy="3752850"/>
          </a:xfrm>
          <a:prstGeom xmlns:a="http://schemas.openxmlformats.org/drawingml/2006/main" prst="roundRect">
            <a:avLst>
              <a:gd name="adj" fmla="val 2030"/>
            </a:avLst>
          </a:prstGeom>
          <a:solidFill xmlns:a="http://schemas.openxmlformats.org/drawingml/2006/main">
            <a:srgbClr val="151E2E"/>
          </a:solidFill>
          <a:ln xmlns:a="http://schemas.openxmlformats.org/drawingml/2006/main" w="9525">
            <a:solidFill>
              <a:srgbClr val="27364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F53F12-4D8B-420F-9D5A-14CF5ABB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333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CD34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CD34D"/>
                </a:solidFill>
                <a:latin typeface="Arial"/>
                <a:ea typeface="Arial"/>
                <a:cs typeface="Arial"/>
              </a:rPr>
              <a:t>KNOWN LIMITS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DFB2DB-68DA-4204-8A40-B070FD4F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09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이메일 소유 확인 없음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79934D-819F-47C6-9767-DE2C14F3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비밀번호 재설정 없음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877B2-AB4C-49C3-8F30-5E2C24AC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00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가입 속도 제한 없음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C53B27-12E5-4D93-954F-E54A0CE2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95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회전 응답 유실 시 재로그인 가능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92FB57-1123-4339-A94A-450E7D2B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388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E03367-75F3-4B16-A339-029EC015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386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일반 서비스 완성형이 아니라</a:t>
            </a:r>
          </a:p>
          <a:p xmlns:a="http://schemas.openxmlformats.org/drawingml/2006/main">
            <a:pPr>
              <a:defRPr sz="11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검증 가능한 학습 구현으로 범위를 고정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100A29-D747-4DCB-A967-B22562D6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Service  t06-plando-see-diary.onrender.com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349DE0-2834-4BE7-8B1D-55A6D8FF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Source   github.com/myeongjundev/t07-plando-see-diary</a:t>
            </a:r>
          </a:p>
        </p:txBody>
      </p:sp>
    </p:spTree>
    <p:extLst>
      <p:ext uri="{BB962C8B-B14F-4D97-AF65-F5344CB8AC3E}">
        <p14:creationId xmlns:p14="http://schemas.microsoft.com/office/powerpoint/2010/main" val="3867621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2026-09-10T16:16:02.6060000Z</dcterms:created>
  <dcterms:modified xsi:type="dcterms:W3CDTF">2026-09-10T16:16:02.6060000Z</dcterms:modified>
</coreProperties>
</file>